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FD8B4-6871-42B1-A549-6052E78B3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978F6B-1C5F-430C-9309-FC1E29AA5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11B2D-DB5C-4786-AB88-3AA5A617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52B55E-85A8-4C06-B329-5F4BE8DAB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118A98-AE50-47D2-9FF5-0CC82427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6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FC8DA-88DE-4602-BB83-C0EE7CD15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E83F9F-8421-4D39-8064-66C4D5FEF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56EC22-32A9-4CBC-8C22-6B211ED7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5D7E95-6AE0-4D8E-998F-8071D2DF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52BB2F-F7D9-45B2-B103-556A3580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48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18A0B-4BDB-4BFE-95BE-A4EF3E69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B755C9-F871-48CD-AEA7-BB58E4BE0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AE75EE-A402-487F-9626-15EB1A683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952568-C604-4EEB-B6A4-667CD3419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BF1273-2784-44F0-9562-8A5AE8CF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18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6C63A-69A3-4F25-8145-D857FC7A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316668-9293-4E6D-86B8-778310CC1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BEBB76-DB3D-46FC-A9D4-E69861B6D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9EC061-4139-46FB-8061-704D2A50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AFF3D9-1E91-449F-8847-D50901BD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06AC55-F023-42F8-A689-F812E18C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891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7C59D-565B-461B-82F1-DDFB1CD5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A485BA-1403-493B-A939-052A35BD8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855E35-DE74-4832-B271-70AA4DEF2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77EB810-5BBA-48A4-B063-41A2E50E6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78DEE1-1678-4804-9B3A-DB0983E19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DAC99AA-F8D5-41E2-8461-9008E5661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3FF345-CFD8-412D-8500-533AE006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FC05B0-CF45-4EBC-B01B-2B8069EA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83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D4313-F486-46E7-A508-60F28FB2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30FAB91-2542-4F83-9664-28BD38883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6AEA2FB-667D-467C-8F80-CB5BE79E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86A77D-3480-460F-B5D8-98DC6917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4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22269B-B72D-4806-A0CF-035F3245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999794-D053-4441-9A2C-219C5ABF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7C2BB7-BA7C-4DAB-A3DC-5C569A59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01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97D43-7634-4CC4-8522-C3334282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4942F2-AFFD-420D-9CC4-C0506ABE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0079F5-A9EB-4498-B670-E96F3E2F6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724AB-AB89-494D-81E6-9BCAB043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35A62A-5D15-422D-877C-22598E17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1975FD-3AFA-46E0-A5B8-9E0CC8A5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95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5B0A9-3982-4960-8C39-83768D42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537F6B-F966-4F4E-A387-FE5264E6E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3B2630-FCC8-49AA-A4DF-2A829B68E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0B0F58-3FBF-42AB-88A1-92B7A5B2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CAFD8E-2677-4FDC-81E6-FAFD64E2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F9C3CA-E28D-4AAA-B761-6A1535EC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134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07650-E822-43EA-AFC1-37DD4BB5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07140F-BE5D-4F3F-BBAD-32EEBE388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663AA-E27F-4B65-9435-11086B0E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3D615C-ECF5-4C46-A9CE-7421C8CF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53B4B8-D0E6-4727-9D42-AF7263BCB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702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A2C7FB5-2230-4FF3-AC0C-5860822EF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64CD2D-3859-40A8-9777-829A679AB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9983B6-9D5A-408D-A9BC-F4841F98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ED35BC-EC35-4769-A969-10A27CC5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C9889-1D67-405F-A6DE-367686637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176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400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9913C-DC5C-4EA3-8EAD-230D51A4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57C0A-4C89-434F-992F-C5C77EF0B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8AADB5-CA60-47F8-A696-566C4CD92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63658-365A-470D-9BD0-8C9C9C64091D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692287-FA90-4306-9DBD-C0726874D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0B20DE-46B6-490D-A966-6CC69DC32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976F5-CB3D-40E1-92D0-033B914D5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D371E7-742A-48C1-BD3F-45ABF3A4C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solidFill>
            <a:srgbClr val="FF0000"/>
          </a:solidFill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0" r="34755"/>
          <a:stretch/>
        </p:blipFill>
        <p:spPr>
          <a:xfrm>
            <a:off x="188536" y="660391"/>
            <a:ext cx="2875175" cy="61976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93" r="34751"/>
          <a:stretch/>
        </p:blipFill>
        <p:spPr>
          <a:xfrm flipH="1">
            <a:off x="9049732" y="1110905"/>
            <a:ext cx="2978870" cy="57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2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D610D-E2F6-413F-8FC2-95301A0F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Mongolian Baiti" panose="03000500000000000000" pitchFamily="66" charset="0"/>
              </a:rPr>
              <a:t>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37A549-34C7-4165-90FE-6145C3A20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2604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Игровой проект по мотивам фестиваля ХОТОН, где маскоты становятся персонажами </a:t>
            </a:r>
            <a:r>
              <a:rPr lang="ru-RU" dirty="0">
                <a:cs typeface="Mongolian Baiti" panose="03000500000000000000" pitchFamily="66" charset="0"/>
              </a:rPr>
              <a:t>интерактивного</a:t>
            </a:r>
            <a:r>
              <a:rPr lang="ru-RU" dirty="0"/>
              <a:t> мира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8386B3-C4A9-40F7-B00F-D6E7232F8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84" y="3259373"/>
            <a:ext cx="4060712" cy="242808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595" y="2886604"/>
            <a:ext cx="6744989" cy="33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2D2D93ED-F4FC-455D-9316-21468293F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2" t="36098" r="14183"/>
          <a:stretch/>
        </p:blipFill>
        <p:spPr>
          <a:xfrm>
            <a:off x="5410984" y="329937"/>
            <a:ext cx="6570483" cy="344304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A2DC5-2188-4546-AA5C-E8FF8721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Персонажи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ABB59-FAAC-44A8-B981-E2A09A7C29AD}"/>
              </a:ext>
            </a:extLst>
          </p:cNvPr>
          <p:cNvSpPr txBox="1"/>
          <p:nvPr/>
        </p:nvSpPr>
        <p:spPr>
          <a:xfrm>
            <a:off x="64908" y="1024467"/>
            <a:ext cx="5085559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Визуальные особенности: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большие выразительные глаза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мягкие формы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яркая одежда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узнаваемый силуэт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686" y="4409785"/>
            <a:ext cx="1436525" cy="14365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104" y="4409785"/>
            <a:ext cx="1436525" cy="14365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383" y="4409785"/>
            <a:ext cx="1436525" cy="143652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696" y="4409785"/>
            <a:ext cx="1436525" cy="14365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459" y="4409785"/>
            <a:ext cx="1436525" cy="14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6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1EF07-AE7F-4DD4-91DC-3B2E9936F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10515600" cy="1325563"/>
          </a:xfrm>
        </p:spPr>
        <p:txBody>
          <a:bodyPr/>
          <a:lstStyle/>
          <a:p>
            <a:r>
              <a:rPr lang="ru-RU" dirty="0"/>
              <a:t>Стиль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FF49DA-0074-4FDD-83E2-F8210436B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17612"/>
            <a:ext cx="10515600" cy="55514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Визуальный стиль будет сочетанием уже проверенных милых мультяшных дизайнов официальных артов маскотов фестиваля с пиксельной эстетики </a:t>
            </a:r>
            <a:r>
              <a:rPr lang="en-US" dirty="0"/>
              <a:t>JRPG</a:t>
            </a:r>
            <a:r>
              <a:rPr lang="ru-RU" dirty="0"/>
              <a:t>-игр</a:t>
            </a:r>
          </a:p>
          <a:p>
            <a:pPr marL="0" indent="0">
              <a:buNone/>
            </a:pPr>
            <a:r>
              <a:rPr lang="ru-RU" b="1" dirty="0"/>
              <a:t>Референсы: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ретро RPG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pixel</a:t>
            </a:r>
            <a:r>
              <a:rPr lang="ru-RU" dirty="0"/>
              <a:t> </a:t>
            </a:r>
            <a:r>
              <a:rPr lang="ru-RU" dirty="0" err="1"/>
              <a:t>art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современная иллюстрация маскотов</a:t>
            </a:r>
          </a:p>
          <a:p>
            <a:pPr marL="0" indent="0">
              <a:buNone/>
            </a:pPr>
            <a:r>
              <a:rPr lang="ru-RU" b="1" dirty="0"/>
              <a:t>Особенности: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толстая обводка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простые формы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тёплая палитра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высокая эмоциональность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129865-AE1C-4FBB-827C-4B3146D9A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44" y="1717992"/>
            <a:ext cx="3689350" cy="491913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167" y="2073897"/>
            <a:ext cx="1495737" cy="149573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719" y="2073897"/>
            <a:ext cx="1428128" cy="142812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373" y="3612797"/>
            <a:ext cx="1496531" cy="149653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860" y="3612796"/>
            <a:ext cx="1496531" cy="149653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373" y="5220098"/>
            <a:ext cx="1496531" cy="149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0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8A30E-D185-4E38-848D-5A62D916749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9546" cy="683974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7849C-EEB7-4F8D-9048-8B65FD8FD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255"/>
            <a:ext cx="10515600" cy="1325563"/>
          </a:xfrm>
        </p:spPr>
        <p:txBody>
          <a:bodyPr/>
          <a:lstStyle/>
          <a:p>
            <a:r>
              <a:rPr lang="ru-RU" dirty="0"/>
              <a:t>Цветовая палитра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E3D9DA-8788-4680-AFA3-31AA2316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Яркая, жизнерадостная, но не слишком вычурная и «кислотно-</a:t>
            </a:r>
            <a:r>
              <a:rPr lang="ru-RU" dirty="0" err="1"/>
              <a:t>вырвиглазная</a:t>
            </a:r>
            <a:r>
              <a:rPr lang="ru-RU" dirty="0"/>
              <a:t>»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Если двумя словами – уютная, тёплая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788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7675FF-5EC2-4980-94D4-BA83BD22A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1666" y="18255"/>
            <a:ext cx="10515600" cy="1325563"/>
          </a:xfrm>
        </p:spPr>
        <p:txBody>
          <a:bodyPr/>
          <a:lstStyle/>
          <a:p>
            <a:r>
              <a:rPr lang="ru-RU" dirty="0"/>
              <a:t>	Шрифты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FFD7D9-BE29-46E6-A20A-684D66583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350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заголовков и интерфейса: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2EC5F64-8C57-4485-99B2-8B58DE4CC995}"/>
              </a:ext>
            </a:extLst>
          </p:cNvPr>
          <p:cNvSpPr txBox="1">
            <a:spLocks/>
          </p:cNvSpPr>
          <p:nvPr/>
        </p:nvSpPr>
        <p:spPr>
          <a:xfrm>
            <a:off x="838200" y="4315764"/>
            <a:ext cx="10515600" cy="553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Для описаний и диалогов: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EF5D79-EEA6-4E9D-9B27-F8611CF5E4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8F8F9"/>
              </a:clrFrom>
              <a:clrTo>
                <a:srgbClr val="F8F8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208"/>
          <a:stretch/>
        </p:blipFill>
        <p:spPr>
          <a:xfrm>
            <a:off x="2051050" y="2379133"/>
            <a:ext cx="8089900" cy="126984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BF32D3-280B-4908-90F7-7DE70FE1E2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50" b="38367"/>
          <a:stretch/>
        </p:blipFill>
        <p:spPr>
          <a:xfrm>
            <a:off x="838200" y="4849728"/>
            <a:ext cx="6767401" cy="1372657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7508CB74-707B-4A65-BABC-CEA58B38C83A}"/>
              </a:ext>
            </a:extLst>
          </p:cNvPr>
          <p:cNvSpPr txBox="1">
            <a:spLocks/>
          </p:cNvSpPr>
          <p:nvPr/>
        </p:nvSpPr>
        <p:spPr>
          <a:xfrm>
            <a:off x="2051050" y="3587671"/>
            <a:ext cx="10515600" cy="553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Большой, заметный и стильный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136ED50-D379-40EF-A2EB-E826B74C983D}"/>
              </a:ext>
            </a:extLst>
          </p:cNvPr>
          <p:cNvSpPr txBox="1">
            <a:spLocks/>
          </p:cNvSpPr>
          <p:nvPr/>
        </p:nvSpPr>
        <p:spPr>
          <a:xfrm>
            <a:off x="2051050" y="6202841"/>
            <a:ext cx="10515600" cy="553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Простой, минималистичный и аккуратный</a:t>
            </a:r>
          </a:p>
        </p:txBody>
      </p:sp>
    </p:spTree>
    <p:extLst>
      <p:ext uri="{BB962C8B-B14F-4D97-AF65-F5344CB8AC3E}">
        <p14:creationId xmlns:p14="http://schemas.microsoft.com/office/powerpoint/2010/main" val="24166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110</Words>
  <Application>Microsoft Office PowerPoint</Application>
  <PresentationFormat>Широкоэкранный</PresentationFormat>
  <Paragraphs>29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Mongolian Baiti</vt:lpstr>
      <vt:lpstr>Тема Office</vt:lpstr>
      <vt:lpstr>Презентация PowerPoint</vt:lpstr>
      <vt:lpstr>Идея</vt:lpstr>
      <vt:lpstr>Персонажи</vt:lpstr>
      <vt:lpstr>Стиль</vt:lpstr>
      <vt:lpstr>Цветовая палитра</vt:lpstr>
      <vt:lpstr> Шрифты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Aital Egorov</dc:creator>
  <cp:lastModifiedBy>Aital Egorov</cp:lastModifiedBy>
  <cp:revision>9</cp:revision>
  <dcterms:created xsi:type="dcterms:W3CDTF">2026-10-14T04:45:08Z</dcterms:created>
  <dcterms:modified xsi:type="dcterms:W3CDTF">2026-10-14T09:13:23Z</dcterms:modified>
</cp:coreProperties>
</file>